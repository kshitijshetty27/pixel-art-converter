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To Pixel Art Converter </a:t>
            </a:r>
            <a:br>
              <a:rPr lang="en"/>
            </a:b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75" y="2100753"/>
            <a:ext cx="6331500" cy="5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Using Linear Algebra Concepts </a:t>
            </a:r>
            <a:endParaRPr b="1" sz="2400"/>
          </a:p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2362000" y="4084100"/>
            <a:ext cx="6481800" cy="5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Presented by : Kshitij Satish Shetty  - PES1UG24AM143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			   : Mallikarjuna Rao RV</a:t>
            </a:r>
            <a:r>
              <a:rPr lang="en" sz="2000"/>
              <a:t> - PES1UG24AM155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			   : Mounik Manohar</a:t>
            </a:r>
            <a:r>
              <a:rPr lang="en" sz="2000"/>
              <a:t>        - PES1UG24AM168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656232" y="676013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Objective</a:t>
            </a:r>
            <a:endParaRPr sz="2400"/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656232" y="1492196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Convert a high-resolution image into a pixel-art style image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Reduce image complexity by lowering resolution and number of colors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Represent image data using matrices and vectors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Demonstrate practical application of Linear Algebra in image processing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960" y="393327"/>
            <a:ext cx="2057199" cy="436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17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7" name="Google Shape;87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403917" y="99118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723467" y="639215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Methodology</a:t>
            </a:r>
            <a:endParaRPr b="1" sz="27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5"/>
          <p:cNvSpPr txBox="1"/>
          <p:nvPr>
            <p:ph idx="4294967295" type="body"/>
          </p:nvPr>
        </p:nvSpPr>
        <p:spPr>
          <a:xfrm>
            <a:off x="699384" y="1377475"/>
            <a:ext cx="3507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Image represented as matrix (m </a:t>
            </a:r>
            <a:r>
              <a:rPr b="1" lang="en" sz="1000">
                <a:latin typeface="Raleway"/>
                <a:ea typeface="Raleway"/>
                <a:cs typeface="Raleway"/>
                <a:sym typeface="Raleway"/>
              </a:rPr>
              <a:t>x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 n </a:t>
            </a:r>
            <a:r>
              <a:rPr b="1" lang="en" sz="1000">
                <a:latin typeface="Raleway"/>
                <a:ea typeface="Raleway"/>
                <a:cs typeface="Raleway"/>
                <a:sym typeface="Raleway"/>
              </a:rPr>
              <a:t>x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 3) 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Each pixel treated as RGB vector [R,G,B] 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Downsample image (e.g., 64×64) to reduce detail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Apply K-means to cluster similar colors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Replace pixels with cluster centroids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Upscale using nearest-neighbor for pixel effect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0547" y="156822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1" name="Google Shape;91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5651847" y="93204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4971397" y="633300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LAA Concepts Used</a:t>
            </a:r>
            <a:endParaRPr b="1" sz="27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" name="Google Shape;93;p15"/>
          <p:cNvSpPr txBox="1"/>
          <p:nvPr>
            <p:ph idx="4294967295" type="body"/>
          </p:nvPr>
        </p:nvSpPr>
        <p:spPr>
          <a:xfrm>
            <a:off x="4971397" y="1371566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Matrix &amp; vector representation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Euclidean distance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Vector clustering (K-means)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Matrix transformation &amp; reconstruction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772" y="259100"/>
            <a:ext cx="3723300" cy="26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2168947" y="205571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Output</a:t>
            </a:r>
            <a:endParaRPr b="1" sz="23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" name="Google Shape;100;p16"/>
          <p:cNvSpPr txBox="1"/>
          <p:nvPr>
            <p:ph idx="4294967295" type="body"/>
          </p:nvPr>
        </p:nvSpPr>
        <p:spPr>
          <a:xfrm>
            <a:off x="2168937" y="871568"/>
            <a:ext cx="34329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Original and processed images displayed side-by-side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Number of colors reduced significantly (e.g., from thousands to 8)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Output image appears blocky, resembling pixel art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1" name="Google Shape;101;p16" title="Screenshot 2026-04-12 131602.png"/>
          <p:cNvPicPr preferRelativeResize="0"/>
          <p:nvPr/>
        </p:nvPicPr>
        <p:blipFill rotWithShape="1">
          <a:blip r:embed="rId4">
            <a:alphaModFix/>
          </a:blip>
          <a:srcRect b="0" l="1119" r="49998" t="3791"/>
          <a:stretch/>
        </p:blipFill>
        <p:spPr>
          <a:xfrm>
            <a:off x="233050" y="378225"/>
            <a:ext cx="1764324" cy="18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title="Screenshot 2026-04-12 131602.png"/>
          <p:cNvPicPr preferRelativeResize="0"/>
          <p:nvPr/>
        </p:nvPicPr>
        <p:blipFill rotWithShape="1">
          <a:blip r:embed="rId4">
            <a:alphaModFix/>
          </a:blip>
          <a:srcRect b="0" l="50612" r="0" t="4780"/>
          <a:stretch/>
        </p:blipFill>
        <p:spPr>
          <a:xfrm>
            <a:off x="233050" y="2874745"/>
            <a:ext cx="1764324" cy="180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920" y="251065"/>
            <a:ext cx="3723300" cy="26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5689096" y="197536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Results &amp; Observations</a:t>
            </a:r>
            <a:endParaRPr b="1" sz="23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6"/>
          <p:cNvSpPr txBox="1"/>
          <p:nvPr>
            <p:ph idx="4294967295" type="body"/>
          </p:nvPr>
        </p:nvSpPr>
        <p:spPr>
          <a:xfrm>
            <a:off x="5689085" y="863533"/>
            <a:ext cx="34329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Higher K → more detail retained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Lower K → stronger pixel-art effect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Downsampling + color reduction creates stylized output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075" y="2818025"/>
            <a:ext cx="7523675" cy="193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2284588" y="2815287"/>
            <a:ext cx="68370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Applications</a:t>
            </a:r>
            <a:endParaRPr b="1" sz="23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6"/>
          <p:cNvSpPr txBox="1"/>
          <p:nvPr>
            <p:ph idx="4294967295" type="body"/>
          </p:nvPr>
        </p:nvSpPr>
        <p:spPr>
          <a:xfrm>
            <a:off x="2284567" y="3262711"/>
            <a:ext cx="6837000" cy="13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Game design and retro graphics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Image compression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Digital art and stylization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09" name="Google Shape;109;p16"/>
          <p:cNvCxnSpPr/>
          <p:nvPr/>
        </p:nvCxnSpPr>
        <p:spPr>
          <a:xfrm>
            <a:off x="1093242" y="2341553"/>
            <a:ext cx="3600" cy="44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